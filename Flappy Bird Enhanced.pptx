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  <Override PartName="/ppt/media/image6.jpeg" ContentType="image/jpeg"/>
  <Override PartName="/ppt/media/image4.jpeg" ContentType="image/jpeg"/>
  <Override PartName="/ppt/media/image5.jpeg" ContentType="image/jpeg"/>
  <Override PartName="/ppt/media/image7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/>
  <p:notesSz cx="9144000" cy="51435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1D3572-4C95-4FCF-A392-8BC92DE3E9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09B5F7-C682-4133-BC1B-A2B2224544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0DBCAC-EE6B-46B7-BF9D-3F55CE4811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CC0BA8-816E-481C-9DBB-C668647F74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FE60DE-3F4E-4441-9A8C-5A88FAF82E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19760" cy="26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1C95E2-0E78-4E4B-B025-9C8A38C54D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DDC8FE-E7D8-48AA-8B26-8DEB8CDF06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124B68-493F-4B60-B1EB-AAFF7E33E8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95FD95-0B25-4C70-8F26-7E4F21056B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E86F78-F7EC-4584-A7E4-B0322CCE8B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C96D89-ABE3-40E1-950B-1BFA191E34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807B9B-3987-4155-8C9F-F3C79DFC8A9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9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C1B125-AFE2-48BC-9A9F-78B56795708B}" type="slidenum">
              <a:rPr b="0" lang="ru-RU" sz="900" spc="-1" strike="noStrike">
                <a:solidFill>
                  <a:srgbClr val="888888"/>
                </a:solidFill>
                <a:latin typeface="Calibri"/>
                <a:ea typeface="Calibri"/>
              </a:rPr>
              <a:t>&lt;номер&gt;</a:t>
            </a:fld>
            <a:endParaRPr b="0" lang="ru-RU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99;p1"/>
          <p:cNvSpPr/>
          <p:nvPr/>
        </p:nvSpPr>
        <p:spPr>
          <a:xfrm>
            <a:off x="1042920" y="720000"/>
            <a:ext cx="705708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ru-RU" sz="4700" spc="-1" strike="noStrike">
                <a:solidFill>
                  <a:srgbClr val="ffffff"/>
                </a:solidFill>
                <a:latin typeface="Montserrat"/>
                <a:ea typeface="Montserrat"/>
              </a:rPr>
              <a:t>Flappy Bird Enhanced</a:t>
            </a:r>
            <a:endParaRPr b="0" lang="ru-RU" sz="47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42" name="Google Shape;100;p1" descr=""/>
          <p:cNvPicPr/>
          <p:nvPr/>
        </p:nvPicPr>
        <p:blipFill>
          <a:blip r:embed="rId2"/>
          <a:srcRect l="0" t="0" r="0" b="15675"/>
          <a:stretch/>
        </p:blipFill>
        <p:spPr>
          <a:xfrm>
            <a:off x="3426120" y="2935440"/>
            <a:ext cx="2291040" cy="1881720"/>
          </a:xfrm>
          <a:prstGeom prst="rect">
            <a:avLst/>
          </a:prstGeom>
          <a:ln w="0">
            <a:noFill/>
          </a:ln>
        </p:spPr>
      </p:pic>
      <p:sp>
        <p:nvSpPr>
          <p:cNvPr id="43" name="Google Shape;101;p1"/>
          <p:cNvSpPr/>
          <p:nvPr/>
        </p:nvSpPr>
        <p:spPr>
          <a:xfrm>
            <a:off x="1980000" y="2085840"/>
            <a:ext cx="5039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Автор: Ходырев Алексей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106;p3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5" name="Google Shape;107;p3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60000" y="360000"/>
            <a:ext cx="5645880" cy="7250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Цель и задачи проекта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Google Shape;109;p3"/>
          <p:cNvSpPr/>
          <p:nvPr/>
        </p:nvSpPr>
        <p:spPr>
          <a:xfrm>
            <a:off x="529200" y="1407240"/>
            <a:ext cx="7843320" cy="33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t">
            <a:norm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Цель: улучшение стандартной версия игры Flappy Bird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  <a:ea typeface="Montserrat"/>
              </a:rPr>
              <a:t>Задачи проекта: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Реализовать физику птицы с гравитацией и вращением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Создать систему динамического уровня сложности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Добавить коллекционные элементы (звезды) и бонусы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Разработать систему достижений и таблицу лидеров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Реализовать полноценное меню, настройки и профиль игрока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Добавить визуальные и звуковые эффекты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Обеспечить адаптацию под различные экраны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114;p6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9" name="Google Shape;115;p6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23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Технологическая основа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" name="Google Shape;117;p6" descr=""/>
          <p:cNvPicPr/>
          <p:nvPr/>
        </p:nvPicPr>
        <p:blipFill>
          <a:blip r:embed="rId1"/>
          <a:stretch/>
        </p:blipFill>
        <p:spPr>
          <a:xfrm>
            <a:off x="360000" y="1404000"/>
            <a:ext cx="6246360" cy="320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122;p7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3" name="Google Shape;123;p7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23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Интерфейс пользователя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Google Shape;125;p7"/>
          <p:cNvSpPr/>
          <p:nvPr/>
        </p:nvSpPr>
        <p:spPr>
          <a:xfrm>
            <a:off x="232920" y="1265040"/>
            <a:ext cx="7871400" cy="33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t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230760" y="1246680"/>
            <a:ext cx="3189240" cy="1993320"/>
          </a:xfrm>
          <a:prstGeom prst="rect">
            <a:avLst/>
          </a:prstGeom>
          <a:ln w="0">
            <a:noFill/>
          </a:ln>
        </p:spPr>
      </p:pic>
      <p:pic>
        <p:nvPicPr>
          <p:cNvPr id="57" name="" descr=""/>
          <p:cNvPicPr/>
          <p:nvPr/>
        </p:nvPicPr>
        <p:blipFill>
          <a:blip r:embed="rId2"/>
          <a:stretch/>
        </p:blipFill>
        <p:spPr>
          <a:xfrm>
            <a:off x="5220000" y="1260000"/>
            <a:ext cx="3240000" cy="2025000"/>
          </a:xfrm>
          <a:prstGeom prst="rect">
            <a:avLst/>
          </a:prstGeom>
          <a:ln w="0">
            <a:noFill/>
          </a:ln>
        </p:spPr>
      </p:pic>
      <p:pic>
        <p:nvPicPr>
          <p:cNvPr id="58" name="" descr=""/>
          <p:cNvPicPr/>
          <p:nvPr/>
        </p:nvPicPr>
        <p:blipFill>
          <a:blip r:embed="rId3"/>
          <a:stretch/>
        </p:blipFill>
        <p:spPr>
          <a:xfrm>
            <a:off x="2700000" y="3231000"/>
            <a:ext cx="3060000" cy="1912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32;g3ce8891a6d8_0_11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0" name="Google Shape;133;g3ce8891a6d8_0_11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23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Реализованный функционал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Google Shape;135;g3ce8891a6d8_0_11" descr=""/>
          <p:cNvPicPr/>
          <p:nvPr/>
        </p:nvPicPr>
        <p:blipFill>
          <a:blip r:embed="rId1"/>
          <a:stretch/>
        </p:blipFill>
        <p:spPr>
          <a:xfrm>
            <a:off x="200160" y="1236600"/>
            <a:ext cx="4709520" cy="370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140;p9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4" name="Google Shape;141;p9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23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Перспективы развития проекта</a:t>
            </a: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	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oogle Shape;143;p9"/>
          <p:cNvSpPr/>
          <p:nvPr/>
        </p:nvSpPr>
        <p:spPr>
          <a:xfrm>
            <a:off x="200160" y="1265040"/>
            <a:ext cx="8571240" cy="37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t">
            <a:noAutofit/>
          </a:bodyPr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Онлайн-таблица лидеров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синхронизация с сервером для глобального рейтинга Скинты для птицы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разблокируемые визуальные темы Ежедневные задания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дополнительные цели для игроков Мультиплеер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соревнование с другими игроками в реальном времени Новые уровни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различные темы и препятствия Рекламная интеграция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монетизация для Android-версии Облачные сохранения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синхронизация прогресса между устройствами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148;g3c89bc5bec0_0_0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8" name="Google Shape;149;g3c89bc5bec0_0_0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23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Защита данных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151;g3c89bc5bec0_0_0"/>
          <p:cNvSpPr/>
          <p:nvPr/>
        </p:nvSpPr>
        <p:spPr>
          <a:xfrm>
            <a:off x="317880" y="1271160"/>
            <a:ext cx="8535240" cy="362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  <a:ea typeface="Montserrat"/>
              </a:rPr>
              <a:t>Защита данных проекта не нужна так как ничего не берется и сохраняется.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200160" y="1326960"/>
            <a:ext cx="8631720" cy="324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114480"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Montserrat"/>
                <a:ea typeface="Montserrat"/>
              </a:rPr>
              <a:t>Спасибо за внимание!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114480" indent="0">
              <a:lnSpc>
                <a:spcPct val="114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Google Shape;157;p10"/>
          <p:cNvSpPr/>
          <p:nvPr/>
        </p:nvSpPr>
        <p:spPr>
          <a:xfrm>
            <a:off x="114480" y="208080"/>
            <a:ext cx="5847840" cy="80892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3" name="Google Shape;158;p10"/>
          <p:cNvSpPr/>
          <p:nvPr/>
        </p:nvSpPr>
        <p:spPr>
          <a:xfrm>
            <a:off x="200160" y="326520"/>
            <a:ext cx="5847840" cy="8089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"/>
                <a:ea typeface="Montserrat"/>
              </a:rPr>
              <a:t>Завершение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Шаблон Вечерний ликбез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Редактор_презентаций/2.8.0.0$Windows_X86_64 LibreOffice_project/23be6bd37ab86bda97c76fd4c1acfe070e32bfdb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dc:description/>
  <dc:language>ru-RU</dc:language>
  <cp:lastModifiedBy/>
  <dcterms:modified xsi:type="dcterms:W3CDTF">2026-04-07T16:19:38Z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Экран (16:9)</vt:lpwstr>
  </property>
  <property fmtid="{D5CDD505-2E9C-101B-9397-08002B2CF9AE}" pid="4" name="Slides">
    <vt:i4>6</vt:i4>
  </property>
</Properties>
</file>