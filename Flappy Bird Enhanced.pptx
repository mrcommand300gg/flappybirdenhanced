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  <Override PartName="/ppt/media/image6.jpeg" ContentType="image/jpeg"/>
  <Override PartName="/ppt/media/image4.jpeg" ContentType="image/jpeg"/>
  <Override PartName="/ppt/media/image5.jpeg" ContentType="image/jpeg"/>
  <Override PartName="/ppt/media/image7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DD6E72-E95F-4A73-BD90-9FE70BCA84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AA5E94-6F70-4F6A-B7F2-608968EEDB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3D5BC7-3708-4B42-B476-AE443A0A95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F670B8-1B81-4289-BF8D-B0144A4A42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41731F-75AA-4C4C-9FA9-02356B48D2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311760" y="444960"/>
            <a:ext cx="8519400" cy="26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CB8CAC-0EF2-446D-B441-5A3FB5BD94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90079C-7762-44E7-8752-116C8E3F38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02B675-EC95-4DC3-B93C-551EA1E244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2F6560-5A0C-46D2-AF2B-B30A20FC5A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EDABBB-3101-40BE-B2EE-0CCB65A33D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2D6F9E-3CAB-4575-9051-B396A71E03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11760" y="105840"/>
            <a:ext cx="851940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20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20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20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20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20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 lnSpcReduction="20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D4C086-19E6-4B94-998D-35CAFCAD1F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400" cy="5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XO Orie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9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6979B6-8B59-4AA8-B164-60D0E9A3AAC2}" type="slidenum">
              <a:rPr b="0" lang="ru-RU" sz="900" spc="-1" strike="noStrike">
                <a:solidFill>
                  <a:srgbClr val="888888"/>
                </a:solidFill>
                <a:latin typeface="Calibri"/>
                <a:ea typeface="Calibri"/>
              </a:rPr>
              <a:t>&lt;номер&gt;</a:t>
            </a:fld>
            <a:endParaRPr b="0" lang="ru-RU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99;p1"/>
          <p:cNvSpPr/>
          <p:nvPr/>
        </p:nvSpPr>
        <p:spPr>
          <a:xfrm>
            <a:off x="1042920" y="720000"/>
            <a:ext cx="705672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ru-RU" sz="4700" spc="-1" strike="noStrike">
                <a:solidFill>
                  <a:srgbClr val="ffffff"/>
                </a:solidFill>
                <a:latin typeface="Montserrat"/>
                <a:ea typeface="Montserrat"/>
              </a:rPr>
              <a:t>Flappy Bird Enhanced</a:t>
            </a:r>
            <a:endParaRPr b="0" lang="ru-RU" sz="4700" spc="-1" strike="noStrike">
              <a:solidFill>
                <a:srgbClr val="000000"/>
              </a:solidFill>
              <a:latin typeface="XO Oriel"/>
            </a:endParaRPr>
          </a:p>
        </p:txBody>
      </p:sp>
      <p:pic>
        <p:nvPicPr>
          <p:cNvPr id="44" name="Google Shape;100;p1" descr=""/>
          <p:cNvPicPr/>
          <p:nvPr/>
        </p:nvPicPr>
        <p:blipFill>
          <a:blip r:embed="rId2"/>
          <a:srcRect l="0" t="0" r="0" b="15675"/>
          <a:stretch/>
        </p:blipFill>
        <p:spPr>
          <a:xfrm>
            <a:off x="3426120" y="2935440"/>
            <a:ext cx="2290680" cy="1881360"/>
          </a:xfrm>
          <a:prstGeom prst="rect">
            <a:avLst/>
          </a:prstGeom>
          <a:ln w="0">
            <a:noFill/>
          </a:ln>
        </p:spPr>
      </p:pic>
      <p:sp>
        <p:nvSpPr>
          <p:cNvPr id="45" name="Google Shape;101;p1"/>
          <p:cNvSpPr/>
          <p:nvPr/>
        </p:nvSpPr>
        <p:spPr>
          <a:xfrm>
            <a:off x="1980000" y="2085840"/>
            <a:ext cx="5039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Автор: Ходырев Алексей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106;p3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7" name="Google Shape;107;p3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60000" y="360000"/>
            <a:ext cx="5645520" cy="724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Цель и задачи проекта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49" name="Google Shape;109;p3"/>
          <p:cNvSpPr/>
          <p:nvPr/>
        </p:nvSpPr>
        <p:spPr>
          <a:xfrm>
            <a:off x="529200" y="1407240"/>
            <a:ext cx="7842960" cy="33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91440" bIns="91440" anchor="t">
            <a:norm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Цель: улучшении стандартной версия игры Flappy Bird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  <a:ea typeface="Montserrat"/>
              </a:rPr>
              <a:t>Задачи проекта: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Реализовать физику птицы с гравитацией и вращением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Создать систему динамического уровня сложности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Добавить коллекционные элементы (звезды) и бонусы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Разработать систему достижений и таблицу лидеров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Реализовать полноценное меню, настройки и профиль игрока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Добавить визуальные и звуковые эффекты 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  <a:p>
            <a:pPr marL="457200" algn="just"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- Обеспечить адаптацию под различные экраны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114;p6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1" name="Google Shape;115;p6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1960" cy="57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Технологическая основа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  <p:pic>
        <p:nvPicPr>
          <p:cNvPr id="53" name="Google Shape;117;p6" descr=""/>
          <p:cNvPicPr/>
          <p:nvPr/>
        </p:nvPicPr>
        <p:blipFill>
          <a:blip r:embed="rId1"/>
          <a:stretch/>
        </p:blipFill>
        <p:spPr>
          <a:xfrm>
            <a:off x="360000" y="1404000"/>
            <a:ext cx="6246000" cy="320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122;p7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5" name="Google Shape;123;p7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1960" cy="57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Интерфейс пользователя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57" name="Google Shape;125;p7"/>
          <p:cNvSpPr/>
          <p:nvPr/>
        </p:nvSpPr>
        <p:spPr>
          <a:xfrm>
            <a:off x="232920" y="1265040"/>
            <a:ext cx="7871040" cy="33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91440" bIns="91440" anchor="t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230760" y="1246680"/>
            <a:ext cx="3188880" cy="1992960"/>
          </a:xfrm>
          <a:prstGeom prst="rect">
            <a:avLst/>
          </a:prstGeom>
          <a:ln w="0">
            <a:noFill/>
          </a:ln>
        </p:spPr>
      </p:pic>
      <p:pic>
        <p:nvPicPr>
          <p:cNvPr id="59" name="" descr=""/>
          <p:cNvPicPr/>
          <p:nvPr/>
        </p:nvPicPr>
        <p:blipFill>
          <a:blip r:embed="rId2"/>
          <a:stretch/>
        </p:blipFill>
        <p:spPr>
          <a:xfrm>
            <a:off x="5220000" y="1260000"/>
            <a:ext cx="3239640" cy="2024640"/>
          </a:xfrm>
          <a:prstGeom prst="rect">
            <a:avLst/>
          </a:prstGeom>
          <a:ln w="0">
            <a:noFill/>
          </a:ln>
        </p:spPr>
      </p:pic>
      <p:pic>
        <p:nvPicPr>
          <p:cNvPr id="60" name="" descr=""/>
          <p:cNvPicPr/>
          <p:nvPr/>
        </p:nvPicPr>
        <p:blipFill>
          <a:blip r:embed="rId3"/>
          <a:stretch/>
        </p:blipFill>
        <p:spPr>
          <a:xfrm>
            <a:off x="2700000" y="3231000"/>
            <a:ext cx="3059640" cy="191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132;g3ce8891a6d8_0_11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2" name="Google Shape;133;g3ce8891a6d8_0_11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1960" cy="57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Реализованный функционал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  <p:pic>
        <p:nvPicPr>
          <p:cNvPr id="64" name="Google Shape;135;g3ce8891a6d8_0_11" descr=""/>
          <p:cNvPicPr/>
          <p:nvPr/>
        </p:nvPicPr>
        <p:blipFill>
          <a:blip r:embed="rId1"/>
          <a:stretch/>
        </p:blipFill>
        <p:spPr>
          <a:xfrm>
            <a:off x="200160" y="1236600"/>
            <a:ext cx="4709160" cy="3702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140;p9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6" name="Google Shape;141;p9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1960" cy="57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Перспективы развития проекта</a:t>
            </a: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	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68" name="Google Shape;143;p9"/>
          <p:cNvSpPr/>
          <p:nvPr/>
        </p:nvSpPr>
        <p:spPr>
          <a:xfrm>
            <a:off x="200160" y="1265040"/>
            <a:ext cx="8570880" cy="37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91440" bIns="91440" anchor="t">
            <a:noAutofit/>
          </a:bodyPr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Онлайн-таблица лидеров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синхронизация с сервером для глобального рейтинга Скинты для птицы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разблокируемые визуальные темы Ежедневные задания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дополнительные цели для игроков Мультиплеер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соревнование с другими игроками в реальном времени Новые уровни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 </a:t>
            </a: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различные темы и препятствия Рекламная интеграция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монетизация для Android-версии Облачные сохранения 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  <a:p>
            <a:pPr marL="457200" indent="-304920">
              <a:lnSpc>
                <a:spcPct val="150000"/>
              </a:lnSpc>
              <a:buClr>
                <a:srgbClr val="000000"/>
              </a:buClr>
              <a:buFont typeface="Montserrat"/>
              <a:buChar char="-"/>
            </a:pPr>
            <a:r>
              <a:rPr b="0" lang="ru-RU" sz="1200" spc="-1" strike="noStrike">
                <a:solidFill>
                  <a:srgbClr val="000000"/>
                </a:solidFill>
                <a:latin typeface="Montserrat"/>
                <a:ea typeface="Montserrat"/>
              </a:rPr>
              <a:t>синхронизация прогресса между устройствами</a:t>
            </a:r>
            <a:endParaRPr b="0" lang="ru-RU" sz="12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48;g3c89bc5bec0_0_0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0" name="Google Shape;149;g3c89bc5bec0_0_0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60000" y="444960"/>
            <a:ext cx="5241960" cy="57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 Black"/>
                <a:ea typeface="Montserrat Black"/>
              </a:rPr>
              <a:t>Защита данных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2" name="Google Shape;151;g3c89bc5bec0_0_0"/>
          <p:cNvSpPr/>
          <p:nvPr/>
        </p:nvSpPr>
        <p:spPr>
          <a:xfrm>
            <a:off x="317880" y="1271160"/>
            <a:ext cx="8534880" cy="362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  <a:ea typeface="Montserrat"/>
              </a:rPr>
              <a:t>Защита данных по ТЗ не требуется</a:t>
            </a: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/>
          </p:nvPr>
        </p:nvSpPr>
        <p:spPr>
          <a:xfrm>
            <a:off x="200160" y="1326960"/>
            <a:ext cx="8631360" cy="324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114480"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Montserrat"/>
                <a:ea typeface="Montserrat"/>
              </a:rPr>
              <a:t>Спасибо за внимание!</a:t>
            </a:r>
            <a:endParaRPr b="0" lang="ru-RU" sz="1600" spc="-1" strike="noStrike">
              <a:solidFill>
                <a:srgbClr val="000000"/>
              </a:solidFill>
              <a:latin typeface="XO Oriel"/>
            </a:endParaRPr>
          </a:p>
          <a:p>
            <a:pPr marL="114480" indent="0">
              <a:lnSpc>
                <a:spcPct val="114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4" name="Google Shape;157;p10"/>
          <p:cNvSpPr/>
          <p:nvPr/>
        </p:nvSpPr>
        <p:spPr>
          <a:xfrm>
            <a:off x="114480" y="208080"/>
            <a:ext cx="5847480" cy="808560"/>
          </a:xfrm>
          <a:prstGeom prst="roundRect">
            <a:avLst>
              <a:gd name="adj" fmla="val 16667"/>
            </a:avLst>
          </a:prstGeom>
          <a:solidFill>
            <a:srgbClr val="b0c4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XO Oriel"/>
            </a:endParaRPr>
          </a:p>
        </p:txBody>
      </p:sp>
      <p:sp>
        <p:nvSpPr>
          <p:cNvPr id="75" name="Google Shape;158;p10"/>
          <p:cNvSpPr/>
          <p:nvPr/>
        </p:nvSpPr>
        <p:spPr>
          <a:xfrm>
            <a:off x="200160" y="326520"/>
            <a:ext cx="5847480" cy="8085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Montserrat"/>
                <a:ea typeface="Montserrat"/>
              </a:rPr>
              <a:t>Завершение</a:t>
            </a:r>
            <a:endParaRPr b="0" lang="ru-RU" sz="2400" spc="-1" strike="noStrike">
              <a:solidFill>
                <a:srgbClr val="000000"/>
              </a:solidFill>
              <a:latin typeface="XO Orie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Шаблон Вечерний ликбез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Редактор_презентаций/2.8.0.0$Windows_X86_64 LibreOffice_project/23be6bd37ab86bda97c76fd4c1acfe070e32bfdb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dc:description/>
  <dc:language>ru-RU</dc:language>
  <cp:lastModifiedBy/>
  <dcterms:modified xsi:type="dcterms:W3CDTF">2026-04-07T17:18:40Z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Экран (16:9)</vt:lpwstr>
  </property>
  <property fmtid="{D5CDD505-2E9C-101B-9397-08002B2CF9AE}" pid="4" name="Slides">
    <vt:i4>6</vt:i4>
  </property>
</Properties>
</file>